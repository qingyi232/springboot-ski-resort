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9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7" userDrawn="1">
          <p15:clr>
            <a:srgbClr val="A4A3A4"/>
          </p15:clr>
        </p15:guide>
        <p15:guide id="2" pos="34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7993B2"/>
    <a:srgbClr val="D91E14"/>
    <a:srgbClr val="040206"/>
    <a:srgbClr val="FF0000"/>
    <a:srgbClr val="56914C"/>
    <a:srgbClr val="2323DD"/>
    <a:srgbClr val="748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72"/>
    <p:restoredTop sz="94660"/>
  </p:normalViewPr>
  <p:slideViewPr>
    <p:cSldViewPr showGuides="1">
      <p:cViewPr>
        <p:scale>
          <a:sx n="80" d="100"/>
          <a:sy n="80" d="100"/>
        </p:scale>
        <p:origin x="-384" y="-522"/>
      </p:cViewPr>
      <p:guideLst>
        <p:guide orient="horz" pos="2077"/>
        <p:guide pos="3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E4613D-C9B3-41D6-B05C-BB2C80A06CF1}" type="datetime1"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 cmpd="sng">
            <a:noFill/>
            <a:bevel/>
          </a:ln>
        </p:spPr>
        <p:txBody>
          <a:bodyPr anchor="ctr"/>
          <a:lstStyle/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E4613D-C9B3-41D6-B05C-BB2C80A06CF1}" type="datetime1"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266"/>
            <a:ext cx="103632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7030"/>
            <a:ext cx="10363200" cy="149923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430"/>
            <a:ext cx="5386917" cy="64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510"/>
            <a:ext cx="5386917" cy="395097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430"/>
            <a:ext cx="5389033" cy="64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5510"/>
            <a:ext cx="5389033" cy="395097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2416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2416"/>
            <a:ext cx="6815667" cy="58540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4466"/>
            <a:ext cx="4011084" cy="46920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69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410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8290"/>
            <a:ext cx="7315200" cy="8039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0733" y="1543050"/>
            <a:ext cx="2751667" cy="458343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1500" y="1543050"/>
            <a:ext cx="8056033" cy="458343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584" y="6518275"/>
            <a:ext cx="12196233" cy="19050"/>
          </a:xfrm>
          <a:prstGeom prst="rect">
            <a:avLst/>
          </a:prstGeom>
          <a:solidFill>
            <a:srgbClr val="21B6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12" rIns="91425" bIns="4571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2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733" y="6380163"/>
            <a:ext cx="2417233" cy="376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-21167" y="738188"/>
            <a:ext cx="12196233" cy="23813"/>
          </a:xfrm>
          <a:prstGeom prst="rect">
            <a:avLst/>
          </a:prstGeom>
          <a:solidFill>
            <a:srgbClr val="21B6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12" rIns="91425" bIns="4571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6431" y="1485234"/>
            <a:ext cx="10195229" cy="7182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1B6BB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0"/>
          </p:nvPr>
        </p:nvSpPr>
        <p:spPr>
          <a:xfrm>
            <a:off x="985325" y="2348956"/>
            <a:ext cx="10148364" cy="2952066"/>
          </a:xfrm>
          <a:prstGeom prst="rect">
            <a:avLst/>
          </a:prstGeom>
        </p:spPr>
        <p:txBody>
          <a:bodyPr/>
          <a:lstStyle>
            <a:lvl1pPr marL="1200150" indent="-457200">
              <a:buClr>
                <a:srgbClr val="21B6BB"/>
              </a:buClr>
              <a:buFont typeface="Wingdings" panose="05000000000000000000" pitchFamily="2" charset="2"/>
              <a:buChar char="l"/>
              <a:defRPr sz="2100">
                <a:solidFill>
                  <a:srgbClr val="5A5A5A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sym typeface="Arial" panose="020B0604020202020204" pitchFamily="34" charset="0"/>
              </a:rPr>
            </a:fld>
            <a:endParaRPr lang="zh-CN" altLang="en-US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571500" y="154305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0" fontAlgn="base" hangingPunct="0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</a:fld>
            <a:endParaRPr lang="zh-CN" altLang="en-US" strike="noStrike" noProof="1" dirty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031" name="矩形 7"/>
          <p:cNvSpPr>
            <a:spLocks noChangeArrowheads="1"/>
          </p:cNvSpPr>
          <p:nvPr/>
        </p:nvSpPr>
        <p:spPr bwMode="auto">
          <a:xfrm>
            <a:off x="0" y="0"/>
            <a:ext cx="9963151" cy="1095375"/>
          </a:xfrm>
          <a:prstGeom prst="rect">
            <a:avLst/>
          </a:prstGeom>
          <a:gradFill rotWithShape="1">
            <a:gsLst>
              <a:gs pos="0">
                <a:srgbClr val="D9D9D9"/>
              </a:gs>
              <a:gs pos="63000">
                <a:srgbClr val="FFFFFF">
                  <a:alpha val="37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图片 8" descr="内页上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3533" y="0"/>
            <a:ext cx="6358467" cy="9429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33" name="直接连接符 10"/>
          <p:cNvCxnSpPr/>
          <p:nvPr/>
        </p:nvCxnSpPr>
        <p:spPr>
          <a:xfrm flipV="1">
            <a:off x="0" y="685800"/>
            <a:ext cx="10858500" cy="36513"/>
          </a:xfrm>
          <a:prstGeom prst="line">
            <a:avLst/>
          </a:prstGeom>
          <a:ln w="9525" cap="flat" cmpd="sng">
            <a:solidFill>
              <a:srgbClr val="BFBFBF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34" name="图片 8" descr="内页上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172200"/>
            <a:ext cx="7524751" cy="6858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35" name="直接连接符 13"/>
          <p:cNvCxnSpPr/>
          <p:nvPr/>
        </p:nvCxnSpPr>
        <p:spPr>
          <a:xfrm>
            <a:off x="1143000" y="6343650"/>
            <a:ext cx="11049000" cy="15875"/>
          </a:xfrm>
          <a:prstGeom prst="line">
            <a:avLst/>
          </a:prstGeom>
          <a:ln w="9525" cap="flat" cmpd="sng">
            <a:solidFill>
              <a:srgbClr val="BFBFBF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36" name="组合 17"/>
          <p:cNvGrpSpPr/>
          <p:nvPr/>
        </p:nvGrpSpPr>
        <p:grpSpPr>
          <a:xfrm>
            <a:off x="341313" y="144463"/>
            <a:ext cx="4679949" cy="852487"/>
            <a:chOff x="323528" y="154931"/>
            <a:chExt cx="3510290" cy="709240"/>
          </a:xfrm>
        </p:grpSpPr>
        <p:pic>
          <p:nvPicPr>
            <p:cNvPr id="1037" name="图片 18"/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323528" y="154931"/>
              <a:ext cx="709240" cy="7092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8" name="矩形 19"/>
            <p:cNvSpPr/>
            <p:nvPr userDrawn="1"/>
          </p:nvSpPr>
          <p:spPr>
            <a:xfrm>
              <a:off x="969700" y="156518"/>
              <a:ext cx="2864118" cy="3830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lvl="0">
                <a:buFontTx/>
              </a:pPr>
              <a:r>
                <a:rPr lang="zh-CN" altLang="en-US" sz="2400" dirty="0">
                  <a:solidFill>
                    <a:srgbClr val="8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河 北 东 方 学 院</a:t>
              </a:r>
              <a:endParaRPr lang="zh-CN" altLang="en-US" sz="24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41" name="TextBox 20"/>
            <p:cNvSpPr txBox="1">
              <a:spLocks noChangeArrowheads="1"/>
            </p:cNvSpPr>
            <p:nvPr/>
          </p:nvSpPr>
          <p:spPr bwMode="auto">
            <a:xfrm>
              <a:off x="1149105" y="516691"/>
              <a:ext cx="1496041" cy="229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Hebei Oriental University</a:t>
              </a:r>
              <a:endPara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4655820" y="3644900"/>
            <a:ext cx="3879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ea typeface="宋体" panose="02010600030101010101" pitchFamily="2" charset="-122"/>
              </a:rPr>
              <a:t>人工智能学院</a:t>
            </a:r>
            <a:endParaRPr lang="zh-CN" altLang="en-US" sz="32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1487805" y="1628775"/>
            <a:ext cx="892556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5400" spc="275" dirty="0">
                <a:solidFill>
                  <a:schemeClr val="tx1"/>
                </a:solidFill>
                <a:latin typeface="华文行楷" panose="02010800040101010101" charset="-122"/>
                <a:ea typeface="宋体" panose="02010600030101010101" pitchFamily="2" charset="-122"/>
                <a:cs typeface="华文行楷" panose="02010800040101010101" charset="-122"/>
              </a:rPr>
              <a:t>基于</a:t>
            </a:r>
            <a:r>
              <a:rPr lang="en-US" altLang="zh-CN" sz="5400" spc="275" dirty="0">
                <a:solidFill>
                  <a:schemeClr val="tx1"/>
                </a:solidFill>
                <a:latin typeface="华文行楷" panose="02010800040101010101" charset="-122"/>
                <a:ea typeface="宋体" panose="02010600030101010101" pitchFamily="2" charset="-122"/>
                <a:cs typeface="华文行楷" panose="02010800040101010101" charset="-122"/>
              </a:rPr>
              <a:t>XX</a:t>
            </a:r>
            <a:r>
              <a:rPr lang="zh-CN" altLang="en-US" sz="5400" spc="275" dirty="0">
                <a:solidFill>
                  <a:schemeClr val="tx1"/>
                </a:solidFill>
                <a:latin typeface="华文行楷" panose="02010800040101010101" charset="-122"/>
                <a:ea typeface="宋体" panose="02010600030101010101" pitchFamily="2" charset="-122"/>
                <a:cs typeface="华文行楷" panose="02010800040101010101" charset="-122"/>
              </a:rPr>
              <a:t>系统的设计与实现</a:t>
            </a:r>
            <a:endParaRPr lang="zh-CN" altLang="en-US" sz="5400" spc="275" dirty="0">
              <a:solidFill>
                <a:schemeClr val="tx1"/>
              </a:solidFill>
              <a:latin typeface="华文行楷" panose="02010800040101010101" charset="-122"/>
              <a:ea typeface="宋体" panose="02010600030101010101" pitchFamily="2" charset="-122"/>
              <a:cs typeface="华文行楷" panose="020108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2255" y="390334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答辩人：</a:t>
            </a:r>
            <a:r>
              <a:rPr lang="en-US" altLang="zh-CN"/>
              <a:t>XXX</a:t>
            </a:r>
            <a:endParaRPr lang="en-US" altLang="zh-CN"/>
          </a:p>
          <a:p>
            <a:r>
              <a:rPr lang="zh-CN" altLang="en-US"/>
              <a:t>班级：软件工程（本）</a:t>
            </a:r>
            <a:r>
              <a:rPr lang="en-US" altLang="zh-CN"/>
              <a:t>22-</a:t>
            </a:r>
            <a:r>
              <a:rPr lang="en-US" altLang="zh-CN"/>
              <a:t>x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commondata" val="eyJoZGlkIjoiNjZmMDMwYzE4YmY1ZGM4ZDdmZDE0ZmU2ZjYzNzY3YTEifQ=="/>
</p:tagLst>
</file>

<file path=ppt/theme/theme1.xml><?xml version="1.0" encoding="utf-8"?>
<a:theme xmlns:a="http://schemas.openxmlformats.org/drawingml/2006/main" name="2_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FFFF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>全屏显示(4:3)</PresentationFormat>
  <Paragraphs>8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华文新魏</vt:lpstr>
      <vt:lpstr>华文行楷</vt:lpstr>
      <vt:lpstr>微软雅黑</vt:lpstr>
      <vt:lpstr>华文隶书</vt:lpstr>
      <vt:lpstr>华文琥珀</vt:lpstr>
      <vt:lpstr>Wingdings 2</vt:lpstr>
      <vt:lpstr>Monotype Sorts</vt:lpstr>
      <vt:lpstr>黑体</vt:lpstr>
      <vt:lpstr>Gulim</vt:lpstr>
      <vt:lpstr>华文中宋</vt:lpstr>
      <vt:lpstr>Arial Narrow</vt:lpstr>
      <vt:lpstr>Arial Unicode MS</vt:lpstr>
      <vt:lpstr>Wingdings</vt:lpstr>
      <vt:lpstr>Wingdings</vt:lpstr>
      <vt:lpstr>楷体</vt:lpstr>
      <vt:lpstr>Times New Roman</vt:lpstr>
      <vt:lpstr>华文楷体</vt:lpstr>
      <vt:lpstr>华文细黑</vt:lpstr>
      <vt:lpstr>方正姚体</vt:lpstr>
      <vt:lpstr>2_Office 主题</vt:lpstr>
      <vt:lpstr>PowerPoint 演示文稿</vt:lpstr>
    </vt:vector>
  </TitlesOfParts>
  <Company>jinqie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ty</dc:creator>
  <cp:lastModifiedBy>XIN</cp:lastModifiedBy>
  <cp:revision>944</cp:revision>
  <dcterms:created xsi:type="dcterms:W3CDTF">2024-03-04T14:31:00Z</dcterms:created>
  <dcterms:modified xsi:type="dcterms:W3CDTF">2025-10-16T08:54:23Z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C915EA21EB0E461AB17BA5056020568D_13</vt:lpwstr>
  </property>
</Properties>
</file>